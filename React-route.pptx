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3537" autoAdjust="0"/>
  </p:normalViewPr>
  <p:slideViewPr>
    <p:cSldViewPr snapToGrid="0">
      <p:cViewPr varScale="1">
        <p:scale>
          <a:sx n="70" d="100"/>
          <a:sy n="70" d="100"/>
        </p:scale>
        <p:origin x="73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96824-34BA-4B14-B3D0-5D8A47ABEDEE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7ECD1-1AB3-4348-8EE4-9CBC799C2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695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96824-34BA-4B14-B3D0-5D8A47ABEDEE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7ECD1-1AB3-4348-8EE4-9CBC799C2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468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96824-34BA-4B14-B3D0-5D8A47ABEDEE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7ECD1-1AB3-4348-8EE4-9CBC799C2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43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96824-34BA-4B14-B3D0-5D8A47ABEDEE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7ECD1-1AB3-4348-8EE4-9CBC799C2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28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96824-34BA-4B14-B3D0-5D8A47ABEDEE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7ECD1-1AB3-4348-8EE4-9CBC799C2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48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96824-34BA-4B14-B3D0-5D8A47ABEDEE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7ECD1-1AB3-4348-8EE4-9CBC799C2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664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96824-34BA-4B14-B3D0-5D8A47ABEDEE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7ECD1-1AB3-4348-8EE4-9CBC799C2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96824-34BA-4B14-B3D0-5D8A47ABEDEE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7ECD1-1AB3-4348-8EE4-9CBC799C2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578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96824-34BA-4B14-B3D0-5D8A47ABEDEE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7ECD1-1AB3-4348-8EE4-9CBC799C2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394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96824-34BA-4B14-B3D0-5D8A47ABEDEE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7ECD1-1AB3-4348-8EE4-9CBC799C2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694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96824-34BA-4B14-B3D0-5D8A47ABEDEE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7ECD1-1AB3-4348-8EE4-9CBC799C2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84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796824-34BA-4B14-B3D0-5D8A47ABEDEE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07ECD1-1AB3-4348-8EE4-9CBC799C2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520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823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18"/>
          <a:stretch/>
        </p:blipFill>
        <p:spPr>
          <a:xfrm>
            <a:off x="0" y="0"/>
            <a:ext cx="12197953" cy="6858000"/>
          </a:xfrm>
        </p:spPr>
      </p:pic>
    </p:spTree>
    <p:extLst>
      <p:ext uri="{BB962C8B-B14F-4D97-AF65-F5344CB8AC3E}">
        <p14:creationId xmlns:p14="http://schemas.microsoft.com/office/powerpoint/2010/main" val="970373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52"/>
          <a:stretch/>
        </p:blipFill>
        <p:spPr>
          <a:xfrm>
            <a:off x="0" y="0"/>
            <a:ext cx="12197953" cy="6858000"/>
          </a:xfrm>
        </p:spPr>
      </p:pic>
    </p:spTree>
    <p:extLst>
      <p:ext uri="{BB962C8B-B14F-4D97-AF65-F5344CB8AC3E}">
        <p14:creationId xmlns:p14="http://schemas.microsoft.com/office/powerpoint/2010/main" val="2150364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40"/>
          <a:stretch/>
        </p:blipFill>
        <p:spPr>
          <a:xfrm>
            <a:off x="0" y="0"/>
            <a:ext cx="12197953" cy="6858000"/>
          </a:xfrm>
        </p:spPr>
      </p:pic>
    </p:spTree>
    <p:extLst>
      <p:ext uri="{BB962C8B-B14F-4D97-AF65-F5344CB8AC3E}">
        <p14:creationId xmlns:p14="http://schemas.microsoft.com/office/powerpoint/2010/main" val="3211546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	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40"/>
          <a:stretch/>
        </p:blipFill>
        <p:spPr>
          <a:xfrm>
            <a:off x="0" y="0"/>
            <a:ext cx="12197953" cy="6858000"/>
          </a:xfrm>
        </p:spPr>
      </p:pic>
    </p:spTree>
    <p:extLst>
      <p:ext uri="{BB962C8B-B14F-4D97-AF65-F5344CB8AC3E}">
        <p14:creationId xmlns:p14="http://schemas.microsoft.com/office/powerpoint/2010/main" val="2629915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03"/>
          <a:stretch/>
        </p:blipFill>
        <p:spPr>
          <a:xfrm>
            <a:off x="0" y="0"/>
            <a:ext cx="12197953" cy="6858000"/>
          </a:xfrm>
        </p:spPr>
      </p:pic>
    </p:spTree>
    <p:extLst>
      <p:ext uri="{BB962C8B-B14F-4D97-AF65-F5344CB8AC3E}">
        <p14:creationId xmlns:p14="http://schemas.microsoft.com/office/powerpoint/2010/main" val="2006495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	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52"/>
          <a:stretch/>
        </p:blipFill>
        <p:spPr>
          <a:xfrm>
            <a:off x="0" y="-75063"/>
            <a:ext cx="12197953" cy="6933063"/>
          </a:xfrm>
        </p:spPr>
      </p:pic>
    </p:spTree>
    <p:extLst>
      <p:ext uri="{BB962C8B-B14F-4D97-AF65-F5344CB8AC3E}">
        <p14:creationId xmlns:p14="http://schemas.microsoft.com/office/powerpoint/2010/main" val="1547497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73"/>
          <a:stretch/>
        </p:blipFill>
        <p:spPr>
          <a:xfrm>
            <a:off x="0" y="0"/>
            <a:ext cx="12197953" cy="6858000"/>
          </a:xfrm>
        </p:spPr>
      </p:pic>
    </p:spTree>
    <p:extLst>
      <p:ext uri="{BB962C8B-B14F-4D97-AF65-F5344CB8AC3E}">
        <p14:creationId xmlns:p14="http://schemas.microsoft.com/office/powerpoint/2010/main" val="1197739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</Words>
  <Application>Microsoft Office PowerPoint</Application>
  <PresentationFormat>Widescreen</PresentationFormat>
  <Paragraphs>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  </vt:lpstr>
      <vt:lpstr>PowerPoint Presentation</vt:lpstr>
      <vt:lpstr>  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Fatmi</dc:creator>
  <cp:lastModifiedBy>Fatmi</cp:lastModifiedBy>
  <cp:revision>1</cp:revision>
  <dcterms:created xsi:type="dcterms:W3CDTF">2024-10-07T19:25:02Z</dcterms:created>
  <dcterms:modified xsi:type="dcterms:W3CDTF">2024-10-07T19:28:14Z</dcterms:modified>
</cp:coreProperties>
</file>