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8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0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2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3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78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4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31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00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7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8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5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9E75E-0BE2-4A69-923C-677CAD3B818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79F5-7504-4A88-A770-1AC5F027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67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131291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348179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247452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149395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2501999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1871100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20029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Fatmi</dc:creator>
  <cp:lastModifiedBy>Fatmi</cp:lastModifiedBy>
  <cp:revision>1</cp:revision>
  <dcterms:created xsi:type="dcterms:W3CDTF">2024-09-30T15:49:54Z</dcterms:created>
  <dcterms:modified xsi:type="dcterms:W3CDTF">2024-09-30T15:51:10Z</dcterms:modified>
</cp:coreProperties>
</file>